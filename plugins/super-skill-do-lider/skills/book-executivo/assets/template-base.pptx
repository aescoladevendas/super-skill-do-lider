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F007F"/>
                </a:solidFill>
                <a:latin typeface="Arial"/>
              </a:rPr>
              <a:t>DIAGNÓSTICO EXECUTIVO · [NOME DO BOOK]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[Nome do Projeto / Cliente]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EE5EA"/>
                </a:solidFill>
                <a:latin typeface="Arial"/>
              </a:rPr>
              <a:t>[Área / Regional] · [Empresa]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502920" cy="3657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[Resumo do escopo do book em uma frase]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[Empresa] · Gerência [Nome] · [Mês/Ano]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007F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15A6C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rial"/>
              </a:rPr>
              <a:t>02/11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0515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64008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96796"/>
            <a:ext cx="502920" cy="502920"/>
          </a:xfrm>
          <a:prstGeom prst="rect">
            <a:avLst/>
          </a:prstGeom>
          <a:solidFill>
            <a:srgbClr val="415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9679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819656"/>
            <a:ext cx="9436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15A6C"/>
                </a:solidFill>
                <a:latin typeface="Arial"/>
              </a:rPr>
              <a:t>[Bloco 1: título]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130552"/>
            <a:ext cx="9436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rial"/>
              </a:rPr>
              <a:t>[Uma frase resumindo o bloco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78024"/>
            <a:ext cx="10515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78024"/>
            <a:ext cx="64008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2583180"/>
            <a:ext cx="502920" cy="502920"/>
          </a:xfrm>
          <a:prstGeom prst="rect">
            <a:avLst/>
          </a:prstGeom>
          <a:solidFill>
            <a:srgbClr val="415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5831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606040"/>
            <a:ext cx="9436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15A6C"/>
                </a:solidFill>
                <a:latin typeface="Arial"/>
              </a:rPr>
              <a:t>[Bloco 2: título]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2916936"/>
            <a:ext cx="9436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rial"/>
              </a:rPr>
              <a:t>[Uma frase resumindo o bloco 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64408"/>
            <a:ext cx="10515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64408"/>
            <a:ext cx="64008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3369564"/>
            <a:ext cx="502920" cy="502920"/>
          </a:xfrm>
          <a:prstGeom prst="rect">
            <a:avLst/>
          </a:prstGeom>
          <a:solidFill>
            <a:srgbClr val="415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3695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392424"/>
            <a:ext cx="9436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15A6C"/>
                </a:solidFill>
                <a:latin typeface="Arial"/>
              </a:rPr>
              <a:t>[Bloco 3: título]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703320"/>
            <a:ext cx="9436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rial"/>
              </a:rPr>
              <a:t>[Uma frase resumindo o bloco 3]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50792"/>
            <a:ext cx="10515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050792"/>
            <a:ext cx="64008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55948"/>
            <a:ext cx="502920" cy="502920"/>
          </a:xfrm>
          <a:prstGeom prst="rect">
            <a:avLst/>
          </a:prstGeom>
          <a:solidFill>
            <a:srgbClr val="415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1559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4178808"/>
            <a:ext cx="9436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15A6C"/>
                </a:solidFill>
                <a:latin typeface="Arial"/>
              </a:rPr>
              <a:t>[Bloco 4: título]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489704"/>
            <a:ext cx="9436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rial"/>
              </a:rPr>
              <a:t>[Uma frase resumindo o bloco 4]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37176"/>
            <a:ext cx="10515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837176"/>
            <a:ext cx="64008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" y="4942332"/>
            <a:ext cx="502920" cy="502920"/>
          </a:xfrm>
          <a:prstGeom prst="rect">
            <a:avLst/>
          </a:prstGeom>
          <a:solidFill>
            <a:srgbClr val="415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9423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4965192"/>
            <a:ext cx="9436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15A6C"/>
                </a:solidFill>
                <a:latin typeface="Arial"/>
              </a:rPr>
              <a:t>Próximos Passos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5276088"/>
            <a:ext cx="9436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rial"/>
              </a:rPr>
              <a:t>[Uma frase resumindo as recomendações finais]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51697B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64008" cy="36576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007F"/>
                </a:solidFill>
                <a:latin typeface="Arial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[Título do Bloco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EE5EA"/>
                </a:solidFill>
                <a:latin typeface="Arial"/>
              </a:rPr>
              <a:t>[Diagnóstico do bloco 1 em uma ou duas frases]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EE5EA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DEE5EA"/>
                </a:solidFill>
                <a:latin typeface="Arial"/>
              </a:rPr>
              <a:t>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007F"/>
                </a:solidFill>
                <a:latin typeface="Arial"/>
              </a:rPr>
              <a:t>[ETIQUETA BLOCO 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415A6C"/>
                </a:solidFill>
                <a:latin typeface="Arial"/>
              </a:rPr>
              <a:t>[Título do Bloco 1, página de conteúdo]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rial"/>
              </a:rPr>
              <a:t>04/11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15A6C"/>
                </a:solidFill>
                <a:latin typeface="Arial"/>
              </a:rPr>
              <a:t>[Contexto/variação]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9536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971800"/>
          <a:ext cx="111831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[Nome/ID]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[Segmento]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3]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4]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5]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6]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7]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8]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1]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02920" y="5486400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64008" cy="9144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568756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F007F"/>
                </a:solidFill>
                <a:latin typeface="Arial"/>
              </a:rPr>
              <a:t>LEITURA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998464"/>
            <a:ext cx="10634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5A6C"/>
                </a:solidFill>
                <a:latin typeface="Arial"/>
              </a:rPr>
              <a:t>[Diagnóstico do bloco 1 em uma frase + insight que conecta ao próximo passo; no máximo 2 linhas para não colidir com o rodapé.]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51697B"/>
                </a:solidFill>
                <a:latin typeface="Arial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64008" cy="36576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007F"/>
                </a:solidFill>
                <a:latin typeface="Arial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[Título do Bloco 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EE5EA"/>
                </a:solidFill>
                <a:latin typeface="Arial"/>
              </a:rPr>
              <a:t>[Diagnóstico do bloco 2 em uma ou duas frases]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EE5EA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DEE5EA"/>
                </a:solidFill>
                <a:latin typeface="Arial"/>
              </a:rPr>
              <a:t>05/11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007F"/>
                </a:solidFill>
                <a:latin typeface="Arial"/>
              </a:rPr>
              <a:t>[ETIQUETA BLOCO 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415A6C"/>
                </a:solidFill>
                <a:latin typeface="Arial"/>
              </a:rPr>
              <a:t>[Título do Bloco 2, página de conteúdo]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rial"/>
              </a:rPr>
              <a:t>06/11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15A6C"/>
                </a:solidFill>
                <a:latin typeface="Arial"/>
              </a:rPr>
              <a:t>[Contexto/variação]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9536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971800"/>
          <a:ext cx="111831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[Nome/ID]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[Segmento]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3]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4]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5]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6]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7]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8]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1]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02920" y="5486400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64008" cy="9144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568756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F007F"/>
                </a:solidFill>
                <a:latin typeface="Arial"/>
              </a:rPr>
              <a:t>LEITURA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998464"/>
            <a:ext cx="10634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5A6C"/>
                </a:solidFill>
                <a:latin typeface="Arial"/>
              </a:rPr>
              <a:t>[Diagnóstico do bloco 2 em uma frase + insight que conecta ao próximo passo; no máximo 2 linhas para não colidir com o rodapé.]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51697B"/>
                </a:solidFill>
                <a:latin typeface="Arial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64008" cy="36576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007F"/>
                </a:solidFill>
                <a:latin typeface="Arial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[Título do Bloco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EE5EA"/>
                </a:solidFill>
                <a:latin typeface="Arial"/>
              </a:rPr>
              <a:t>[Diagnóstico do bloco 3 em uma ou duas frases]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EE5EA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DEE5EA"/>
                </a:solidFill>
                <a:latin typeface="Arial"/>
              </a:rPr>
              <a:t>07/11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007F"/>
                </a:solidFill>
                <a:latin typeface="Arial"/>
              </a:rPr>
              <a:t>[ETIQUETA BLOCO 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415A6C"/>
                </a:solidFill>
                <a:latin typeface="Arial"/>
              </a:rPr>
              <a:t>[Título do Bloco 3, página de conteúdo]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rial"/>
              </a:rPr>
              <a:t>08/11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15A6C"/>
                </a:solidFill>
                <a:latin typeface="Arial"/>
              </a:rPr>
              <a:t>[Contexto/variação]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9536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971800"/>
          <a:ext cx="111831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[Nome/ID]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[Segmento]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3]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4]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5]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6]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7]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8]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1]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02920" y="5486400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64008" cy="9144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568756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F007F"/>
                </a:solidFill>
                <a:latin typeface="Arial"/>
              </a:rPr>
              <a:t>LEITURA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998464"/>
            <a:ext cx="10634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5A6C"/>
                </a:solidFill>
                <a:latin typeface="Arial"/>
              </a:rPr>
              <a:t>[Diagnóstico do bloco 3 em uma frase + insight que conecta ao próximo passo; no máximo 2 linhas para não colidir com o rodapé.]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51697B"/>
                </a:solidFill>
                <a:latin typeface="Arial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64008" cy="36576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007F"/>
                </a:solidFill>
                <a:latin typeface="Arial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[Título do Bloco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EE5EA"/>
                </a:solidFill>
                <a:latin typeface="Arial"/>
              </a:rPr>
              <a:t>[Diagnóstico do bloco 4 em uma ou duas frases]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EE5EA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DEE5EA"/>
                </a:solidFill>
                <a:latin typeface="Arial"/>
              </a:rPr>
              <a:t>09/11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007F"/>
                </a:solidFill>
                <a:latin typeface="Arial"/>
              </a:rPr>
              <a:t>[ETIQUETA BLOCO 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415A6C"/>
                </a:solidFill>
                <a:latin typeface="Arial"/>
              </a:rPr>
              <a:t>[Título do Bloco 4, página de conteúdo]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Arial"/>
              </a:rPr>
              <a:t>10/11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15A6C"/>
                </a:solidFill>
                <a:latin typeface="Arial"/>
              </a:rPr>
              <a:t>[Contexto/variação]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60020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95360" y="1600200"/>
            <a:ext cx="64008" cy="1234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176479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4748B"/>
                </a:solidFill>
                <a:latin typeface="Arial"/>
              </a:rPr>
              <a:t>[LABEL KPI 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75688"/>
            <a:ext cx="2130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15A6C"/>
                </a:solidFill>
                <a:latin typeface="Arial"/>
              </a:rPr>
              <a:t>[Valor]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468880"/>
            <a:ext cx="2130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[Contexto/variação]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2971800"/>
          <a:ext cx="111831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[Nome/ID]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[Segmento]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3]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4]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5]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6]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7]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[Coluna 8]</a:t>
                      </a:r>
                    </a:p>
                  </a:txBody>
                  <a:tcPr marT="27432" marB="27432" anchor="ctr">
                    <a:solidFill>
                      <a:srgbClr val="415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1]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[Item 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[Col2]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415A6C"/>
                          </a:solidFill>
                          <a:latin typeface="Arial"/>
                        </a:rPr>
                        <a:t>[Col8]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Col3]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Col4]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Col5]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Col6]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Col7]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415A6C"/>
                          </a:solidFill>
                          <a:latin typeface="Arial"/>
                        </a:rPr>
                        <a:t>[Total Col8]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02920" y="5486400"/>
            <a:ext cx="1118311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64008" cy="9144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5687568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F007F"/>
                </a:solidFill>
                <a:latin typeface="Arial"/>
              </a:rPr>
              <a:t>LEITURA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998464"/>
            <a:ext cx="10634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15A6C"/>
                </a:solidFill>
                <a:latin typeface="Arial"/>
              </a:rPr>
              <a:t>[Diagnóstico do bloco 4 em uma frase + insight que conecta ao próximo passo; no máximo 2 linhas para não colidir com o rodapé.]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5A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F007F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[Empresa / Projeto] · Recomendações [Período]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971800"/>
            <a:ext cx="109728" cy="109728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8803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[Recomendação 1: ação específica, com dono e prazo]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38728"/>
            <a:ext cx="109728" cy="109728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447288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[Recomendação 2: ação específica, com dono e prazo]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05656"/>
            <a:ext cx="109728" cy="109728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014216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[Recomendação 3: ação específica, com dono e prazo]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72584"/>
            <a:ext cx="109728" cy="109728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58114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[Recomendação 4: ação específica, com dono e prazo]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[Empresa] · Gerência [Nome] · [Mês/Ano]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EE5EA"/>
                </a:solidFill>
                <a:latin typeface="Arial"/>
              </a:rPr>
              <a:t>[Empresa] · [Nome do Book] · [Período]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471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DEE5EA"/>
                </a:solidFill>
                <a:latin typeface="Arial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python-pptx</Application>
  <PresentationFormat>Widescreen</PresentationFormat>
  <Slides>11</Slides>
  <Notes>0</Notes>
  <HiddenSlides>0</HiddenSlides>
  <TitlesOfParts>
    <vt:vector size="1" baseType="lpstr">
      <vt:lpstr>Modelo de book executivo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book executivo</dc:title>
  <dc:subject/>
  <dc:creator>Super Skill do Líder</dc:creator>
  <cp:keywords/>
  <dc:description/>
  <cp:lastModifiedBy>Super Skill do Líder</cp:lastModifiedBy>
  <cp:revision>1</cp:revision>
  <dcterms:created xsi:type="dcterms:W3CDTF">2026-10-01T00:00:00Z</dcterms:created>
  <dcterms:modified xsi:type="dcterms:W3CDTF">2026-10-01T00:00:00Z</dcterms:modified>
  <cp:category/>
</cp:coreProperties>
</file>